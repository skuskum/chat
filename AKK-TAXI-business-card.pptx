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00400" cy="182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0" y="0"/>
            <a:ext cx="1005840" cy="18288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100000">
            <a:off x="1874519" y="-228600"/>
            <a:ext cx="1371600" cy="1188720"/>
          </a:xfrm>
          <a:prstGeom prst="rect">
            <a:avLst/>
          </a:prstGeom>
          <a:solidFill>
            <a:srgbClr val="27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E5C"/>
                </a:solidFill>
              </a:defRPr>
            </a:pPr>
            <a:r>
              <a:t>AKK TAXI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Razvan Taxi</a:t>
            </a:r>
          </a:p>
          <a:p>
            <a:pPr>
              <a:defRPr sz="1100">
                <a:solidFill>
                  <a:srgbClr val="BACDD4"/>
                </a:solidFill>
              </a:defRPr>
            </a:pPr>
            <a:r>
              <a:t>Servicii de transport 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Tel: 0720 064 963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365760"/>
            <a:ext cx="868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A24"/>
                </a:solidFill>
              </a:defRPr>
            </a:pPr>
            <a:r>
              <a:t>Rapid</a:t>
            </a:r>
            <a:br/>
            <a:r>
              <a:t>Sigur</a:t>
            </a:r>
            <a:br/>
            <a:r>
              <a:t>Confortabil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417320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81A24"/>
                </a:solidFill>
              </a:defRPr>
            </a:pPr>
            <a:r>
              <a:t>Mercedes Fleet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143000"/>
            <a:ext cx="1463040" cy="411480"/>
          </a:xfrm>
          <a:prstGeom prst="roundRect">
            <a:avLst>
              <a:gd name="adj" fmla="val 20000"/>
            </a:avLst>
          </a:prstGeom>
          <a:solidFill>
            <a:srgbClr val="FCD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960120"/>
            <a:ext cx="731520" cy="274320"/>
          </a:xfrm>
          <a:prstGeom prst="roundRect">
            <a:avLst>
              <a:gd name="adj" fmla="val 40000"/>
            </a:avLst>
          </a:prstGeom>
          <a:solidFill>
            <a:srgbClr val="FCD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640080" cy="201168"/>
          </a:xfrm>
          <a:prstGeom prst="rect">
            <a:avLst/>
          </a:prstGeom>
          <a:solidFill>
            <a:srgbClr val="1E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" y="1444752"/>
            <a:ext cx="320040" cy="320040"/>
          </a:xfrm>
          <a:prstGeom prst="ellipse">
            <a:avLst/>
          </a:prstGeom>
          <a:solidFill>
            <a:srgbClr val="0C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444752"/>
            <a:ext cx="320040" cy="320040"/>
          </a:xfrm>
          <a:prstGeom prst="ellipse">
            <a:avLst/>
          </a:prstGeom>
          <a:solidFill>
            <a:srgbClr val="0C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" y="1517904"/>
            <a:ext cx="173736" cy="173736"/>
          </a:xfrm>
          <a:prstGeom prst="ellipse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16152" y="1517904"/>
            <a:ext cx="173736" cy="173736"/>
          </a:xfrm>
          <a:prstGeom prst="ellipse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200" y="1207008"/>
            <a:ext cx="109728" cy="274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27632" y="1289304"/>
            <a:ext cx="73152" cy="118872"/>
          </a:xfrm>
          <a:prstGeom prst="ellipse">
            <a:avLst/>
          </a:prstGeom>
          <a:solidFill>
            <a:srgbClr val="FF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896112"/>
            <a:ext cx="3657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877824"/>
            <a:ext cx="34747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1A24"/>
                </a:solidFill>
              </a:defRPr>
            </a:pPr>
            <a:r>
              <a:t>TAXI</a:t>
            </a:r>
          </a:p>
        </p:txBody>
      </p:sp>
      <p:sp>
        <p:nvSpPr>
          <p:cNvPr id="20" name="5-Point Star 19"/>
          <p:cNvSpPr/>
          <p:nvPr/>
        </p:nvSpPr>
        <p:spPr>
          <a:xfrm>
            <a:off x="1618488" y="1252728"/>
            <a:ext cx="82296" cy="82296"/>
          </a:xfrm>
          <a:prstGeom prst="star5">
            <a:avLst/>
          </a:prstGeom>
          <a:solidFill>
            <a:srgbClr val="08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