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00400" cy="1828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A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4560" y="0"/>
            <a:ext cx="1005840" cy="1828800"/>
          </a:xfrm>
          <a:prstGeom prst="rect">
            <a:avLst/>
          </a:prstGeom>
          <a:solidFill>
            <a:srgbClr val="FFB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0100000">
            <a:off x="1920240" y="-182880"/>
            <a:ext cx="1280160" cy="1097280"/>
          </a:xfrm>
          <a:prstGeom prst="rect">
            <a:avLst/>
          </a:prstGeom>
          <a:solidFill>
            <a:srgbClr val="27B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27432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BE5C"/>
                </a:solidFill>
              </a:defRPr>
            </a:pPr>
            <a:r>
              <a:t>AKK TAXI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77240"/>
            <a:ext cx="2011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Razvan Taxi</a:t>
            </a:r>
          </a:p>
          <a:p>
            <a:pPr>
              <a:defRPr sz="1100">
                <a:solidFill>
                  <a:srgbClr val="BACDD4"/>
                </a:solidFill>
              </a:defRPr>
            </a:pPr>
            <a:r>
              <a:t>Servicii de transport 24/7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32588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Tel: 0720 064 963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365760"/>
            <a:ext cx="914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81A24"/>
                </a:solidFill>
              </a:defRPr>
            </a:pPr>
            <a:r>
              <a:t>Rapid</a:t>
            </a:r>
            <a:br/>
            <a:r>
              <a:t>Sigur</a:t>
            </a:r>
            <a:br/>
            <a:r>
              <a:t>Confortabil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