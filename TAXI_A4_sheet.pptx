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65760"/>
            <a:ext cx="3200400" cy="1828800"/>
          </a:xfrm>
          <a:prstGeom prst="rect">
            <a:avLst/>
          </a:prstGeom>
        </p:spPr>
      </p:pic>
      <p:pic>
        <p:nvPicPr>
          <p:cNvPr id="3" name="Picture 2" descr="TA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65760"/>
            <a:ext cx="3200400" cy="1828800"/>
          </a:xfrm>
          <a:prstGeom prst="rect">
            <a:avLst/>
          </a:prstGeom>
        </p:spPr>
      </p:pic>
      <p:pic>
        <p:nvPicPr>
          <p:cNvPr id="4" name="Picture 3" descr="TA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65760"/>
            <a:ext cx="3200400" cy="1828800"/>
          </a:xfrm>
          <a:prstGeom prst="rect">
            <a:avLst/>
          </a:prstGeom>
        </p:spPr>
      </p:pic>
      <p:pic>
        <p:nvPicPr>
          <p:cNvPr id="5" name="Picture 4" descr="TA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7440"/>
            <a:ext cx="3200400" cy="1828800"/>
          </a:xfrm>
          <a:prstGeom prst="rect">
            <a:avLst/>
          </a:prstGeom>
        </p:spPr>
      </p:pic>
      <p:pic>
        <p:nvPicPr>
          <p:cNvPr id="6" name="Picture 5" descr="TA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377440"/>
            <a:ext cx="3200400" cy="1828800"/>
          </a:xfrm>
          <a:prstGeom prst="rect">
            <a:avLst/>
          </a:prstGeom>
        </p:spPr>
      </p:pic>
      <p:pic>
        <p:nvPicPr>
          <p:cNvPr id="7" name="Picture 6" descr="TA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377440"/>
            <a:ext cx="3200400" cy="1828800"/>
          </a:xfrm>
          <a:prstGeom prst="rect">
            <a:avLst/>
          </a:prstGeom>
        </p:spPr>
      </p:pic>
      <p:pic>
        <p:nvPicPr>
          <p:cNvPr id="8" name="Picture 7" descr="TA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389120"/>
            <a:ext cx="3200400" cy="1828800"/>
          </a:xfrm>
          <a:prstGeom prst="rect">
            <a:avLst/>
          </a:prstGeom>
        </p:spPr>
      </p:pic>
      <p:pic>
        <p:nvPicPr>
          <p:cNvPr id="9" name="Picture 8" descr="TA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4389120"/>
            <a:ext cx="3200400" cy="1828800"/>
          </a:xfrm>
          <a:prstGeom prst="rect">
            <a:avLst/>
          </a:prstGeom>
        </p:spPr>
      </p:pic>
      <p:pic>
        <p:nvPicPr>
          <p:cNvPr id="10" name="Picture 9" descr="TA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4389120"/>
            <a:ext cx="32004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