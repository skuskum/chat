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400" d="100"/>
          <a:sy n="400" d="100"/>
        </p:scale>
        <p:origin x="1352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4560" y="0"/>
            <a:ext cx="1005840" cy="18288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0100000">
            <a:off x="1641868" y="234144"/>
            <a:ext cx="1371600" cy="1188720"/>
          </a:xfrm>
          <a:prstGeom prst="rect">
            <a:avLst/>
          </a:prstGeom>
          <a:solidFill>
            <a:srgbClr val="27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40" y="51265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E5C"/>
                </a:solidFill>
              </a:defRPr>
            </a:pPr>
            <a:r>
              <a:rPr dirty="0"/>
              <a:t>AKK TAXI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" y="694944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Razvan Taxi</a:t>
            </a:r>
          </a:p>
          <a:p>
            <a:pPr>
              <a:defRPr sz="1100">
                <a:solidFill>
                  <a:srgbClr val="BACDD4"/>
                </a:solidFill>
              </a:defRPr>
            </a:pPr>
            <a:r>
              <a:rPr dirty="0" err="1"/>
              <a:t>Servicii</a:t>
            </a:r>
            <a:r>
              <a:rPr dirty="0"/>
              <a:t> de transport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58" y="14356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dirty="0"/>
              <a:t>Tel: 0720 064 963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8539" y="266581"/>
            <a:ext cx="868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A24"/>
                </a:solidFill>
              </a:defRPr>
            </a:pPr>
            <a:r>
              <a:rPr dirty="0"/>
              <a:t>Rapid</a:t>
            </a:r>
            <a:br>
              <a:rPr dirty="0"/>
            </a:br>
            <a:r>
              <a:rPr dirty="0"/>
              <a:t>Sigur</a:t>
            </a:r>
            <a:br>
              <a:rPr dirty="0"/>
            </a:br>
            <a:r>
              <a:rPr dirty="0" err="1"/>
              <a:t>Confortabil</a:t>
            </a:r>
            <a:endParaRPr dirty="0"/>
          </a:p>
        </p:txBody>
      </p:sp>
      <p:sp>
        <p:nvSpPr>
          <p:cNvPr id="20" name="5-Point Star 19"/>
          <p:cNvSpPr/>
          <p:nvPr/>
        </p:nvSpPr>
        <p:spPr>
          <a:xfrm>
            <a:off x="1618488" y="1252728"/>
            <a:ext cx="82296" cy="82296"/>
          </a:xfrm>
          <a:prstGeom prst="star5">
            <a:avLst/>
          </a:prstGeom>
          <a:solidFill>
            <a:srgbClr val="08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Yellow taxi cab car isolated on a transparent background 51338423 PNG">
            <a:extLst>
              <a:ext uri="{FF2B5EF4-FFF2-40B4-BE49-F238E27FC236}">
                <a16:creationId xmlns:a16="http://schemas.microsoft.com/office/drawing/2014/main" id="{CCDDD0D0-C113-57AD-FA53-48CB94976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029" y="915046"/>
            <a:ext cx="14097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d2d24dc-7784-42ad-a576-f536bda6a418}" enabled="1" method="Standard" siteId="{816ef078-e1e2-4e49-b265-68b9d2a9ae9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Balea, Nicolae</cp:lastModifiedBy>
  <cp:revision>2</cp:revision>
  <dcterms:created xsi:type="dcterms:W3CDTF">2013-01-27T09:14:16Z</dcterms:created>
  <dcterms:modified xsi:type="dcterms:W3CDTF">2025-12-07T17:17:54Z</dcterms:modified>
  <cp:category/>
</cp:coreProperties>
</file>